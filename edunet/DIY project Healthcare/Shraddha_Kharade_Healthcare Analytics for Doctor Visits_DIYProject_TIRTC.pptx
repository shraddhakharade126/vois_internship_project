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547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addhakharade126/Healthcare-Analytics-for-Doctor-Visits_VOIS_DIY_Project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00087"/>
            <a:ext cx="4025447" cy="770494"/>
          </a:xfrm>
        </p:spPr>
        <p:txBody>
          <a:bodyPr>
            <a:normAutofit fontScale="62500" lnSpcReduction="20000"/>
          </a:bodyPr>
          <a:lstStyle/>
          <a:p>
            <a:pPr algn="r"/>
            <a:r>
              <a:rPr lang="en-US" sz="2400" b="0" dirty="0">
                <a:solidFill>
                  <a:schemeClr val="tx1"/>
                </a:solidFill>
              </a:rPr>
              <a:t>~Shraddha Kharade</a:t>
            </a:r>
            <a:endParaRPr lang="en-IN" sz="2400" b="0" dirty="0">
              <a:solidFill>
                <a:schemeClr val="tx1"/>
              </a:solidFill>
            </a:endParaRPr>
          </a:p>
          <a:p>
            <a:pPr algn="r"/>
            <a:r>
              <a:rPr lang="en-IN" sz="2400" b="0" dirty="0">
                <a:solidFill>
                  <a:schemeClr val="tx1"/>
                </a:solidFill>
              </a:rPr>
              <a:t>AICTE ID : STU6832ab424991f1748151106</a:t>
            </a:r>
          </a:p>
          <a:p>
            <a:pPr algn="r"/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271" y="2998251"/>
            <a:ext cx="10177058" cy="861497"/>
          </a:xfrm>
        </p:spPr>
        <p:txBody>
          <a:bodyPr>
            <a:noAutofit/>
          </a:bodyPr>
          <a:lstStyle/>
          <a:p>
            <a:r>
              <a:rPr lang="en-US" dirty="0"/>
              <a:t>Healthcare Analytics For Doctor Visit TIRTC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0677" y="2089819"/>
            <a:ext cx="6431280" cy="360798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Healthcare organizations generate large amounts of patient and healthcare-utilization data. However, analyzing this data manually can make it difficult to understand the factors associated with doctor visits.</a:t>
            </a:r>
          </a:p>
          <a:p>
            <a:pPr marL="690563" indent="-177800"/>
            <a:r>
              <a:rPr lang="en-US" sz="2800" dirty="0"/>
              <a:t>This project focuses on analyzing healthcare data to:</a:t>
            </a:r>
          </a:p>
          <a:p>
            <a:pPr marL="690563" indent="-177800"/>
            <a:r>
              <a:rPr lang="en-US" sz="2800" dirty="0"/>
              <a:t>Understand patterns in doctor visits </a:t>
            </a:r>
          </a:p>
          <a:p>
            <a:pPr marL="690563" indent="-177800"/>
            <a:r>
              <a:rPr lang="en-US" sz="2800" dirty="0"/>
              <a:t>Study the relationship between health conditions and visits </a:t>
            </a:r>
          </a:p>
          <a:p>
            <a:pPr marL="690563" indent="-177800"/>
            <a:r>
              <a:rPr lang="en-US" sz="2800" dirty="0"/>
              <a:t>Analyze the impact of age, gender and income </a:t>
            </a:r>
          </a:p>
          <a:p>
            <a:pPr marL="690563" indent="-177800"/>
            <a:r>
              <a:rPr lang="en-US" sz="2800" dirty="0"/>
              <a:t>Examine illness and reduced activity </a:t>
            </a:r>
          </a:p>
          <a:p>
            <a:pPr marL="690563" indent="-177800"/>
            <a:r>
              <a:rPr lang="en-US" sz="2800" dirty="0"/>
              <a:t>Identify useful patterns from healthcare data </a:t>
            </a:r>
          </a:p>
          <a:p>
            <a:pPr marL="690563" indent="-177800"/>
            <a:r>
              <a:rPr lang="en-US" sz="2800" dirty="0"/>
              <a:t>Support data-driven healthcare analysis 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891" y="1958321"/>
            <a:ext cx="8133524" cy="3831081"/>
          </a:xfrm>
        </p:spPr>
        <p:txBody>
          <a:bodyPr>
            <a:noAutofit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Healthcare Analytics for Doctor Visits is a data analytics project that explores patterns in doctor visits using Python.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The project uses a dataset containing 5,190 records and 13 variables. 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The analysis includes: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	Data loading and exploration 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	Dataset structure analysis 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	Statistical summary 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	Missing-value checking 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	Univariate analysis 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	Relationship analysis between variables </a:t>
            </a:r>
            <a:b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	Visualization of doctor-visit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5E982B-2B0D-CBFE-03B9-BD8572A3CD58}"/>
              </a:ext>
            </a:extLst>
          </p:cNvPr>
          <p:cNvSpPr txBox="1"/>
          <p:nvPr/>
        </p:nvSpPr>
        <p:spPr>
          <a:xfrm>
            <a:off x="1038526" y="487137"/>
            <a:ext cx="61022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+mj-lt"/>
                <a:ea typeface="+mj-ea"/>
                <a:cs typeface="+mj-cs"/>
              </a:rPr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13CA61D-C23B-766B-90FF-64CA8AD739C8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-1007705" y="2217341"/>
            <a:ext cx="836022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628900" marR="0" lvl="6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628900" marR="0" lvl="6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Hospitals and Healthcare Organizations </a:t>
            </a:r>
          </a:p>
          <a:p>
            <a:pPr marL="2628900" marR="0" lvl="6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Doctors and Healthcare Professionals </a:t>
            </a:r>
          </a:p>
          <a:p>
            <a:pPr marL="2628900" marR="0" lvl="6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Healthcare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Analysts </a:t>
            </a:r>
          </a:p>
          <a:p>
            <a:pPr marL="2628900" marR="0" lvl="6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Healthcare Administrators and Planners </a:t>
            </a:r>
          </a:p>
          <a:p>
            <a:pPr marL="2628900" marR="0" lvl="6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Researchers and Students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DADDB-7D05-5B1D-50FF-E740591B3258}"/>
              </a:ext>
            </a:extLst>
          </p:cNvPr>
          <p:cNvSpPr txBox="1"/>
          <p:nvPr/>
        </p:nvSpPr>
        <p:spPr>
          <a:xfrm>
            <a:off x="2621412" y="1800808"/>
            <a:ext cx="71664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Programming Language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Python 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Libraries</a:t>
            </a:r>
          </a:p>
          <a:p>
            <a:pPr marL="400050" lvl="1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 </a:t>
            </a:r>
          </a:p>
          <a:p>
            <a:pPr marL="400050" lvl="1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NumPy </a:t>
            </a:r>
          </a:p>
          <a:p>
            <a:pPr marL="400050" lvl="1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Matplotlib </a:t>
            </a:r>
          </a:p>
          <a:p>
            <a:pPr marL="400050" lvl="1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Seaborn 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Environment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Google </a:t>
            </a:r>
            <a:r>
              <a:rPr lang="en-US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Colab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525291" y="6104681"/>
            <a:ext cx="5670235" cy="4547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0" u="sng" dirty="0">
                <a:solidFill>
                  <a:srgbClr val="0070C0"/>
                </a:solidFill>
              </a:rPr>
              <a:t>https://github.com/shraddhakharade126/Healthcare-Analytics-for-Doctor-Visits_VOIS_DIY_Project.git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030FA9-C1DB-D49D-4C86-F517C653D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34" y="1388415"/>
            <a:ext cx="6113072" cy="408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0F2697B-90E4-7166-2353-6B56F4499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369" y="1554077"/>
            <a:ext cx="5267388" cy="374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31B3-0DAF-8F40-3721-56384485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991A7B-4481-5534-E2E3-A1875AD4C0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96625C-60A6-0100-0CC0-C0203795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ED18B33-B706-2071-6595-922BD7C671A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4CD77FA-7D4E-DC6B-9B12-CDD89307F32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736F2C9-F4AD-0787-6F92-BEAB63A8FCE0}"/>
              </a:ext>
            </a:extLst>
          </p:cNvPr>
          <p:cNvSpPr txBox="1">
            <a:spLocks/>
          </p:cNvSpPr>
          <p:nvPr/>
        </p:nvSpPr>
        <p:spPr>
          <a:xfrm>
            <a:off x="529956" y="6152786"/>
            <a:ext cx="4620542" cy="5121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hlinkClick r:id="rId3"/>
              </a:rPr>
              <a:t> https://github.com/shraddhakharade126/Healthcare-Analytics-for-Doctor-Visits_VOIS_DIY_Project.git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94B075E-FE42-E673-A3C7-3D71ECE15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4" y="1201586"/>
            <a:ext cx="54006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83C170D-2D73-6D25-F7AC-663E5B179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874" y="1275371"/>
            <a:ext cx="5523064" cy="409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13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2320848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595</TotalTime>
  <Words>248</Words>
  <Application>Microsoft Office PowerPoint</Application>
  <PresentationFormat>Widescreen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 TIRTC</vt:lpstr>
      <vt:lpstr>PROBLEM  STATEMENT</vt:lpstr>
      <vt:lpstr>Healthcare Analytics for Doctor Visits is a data analytics project that explores patterns in doctor visits using Python. The project uses a dataset containing 5,190 records and 13 variables.   The analysis includes:   Data loading and exploration   Dataset structure analysis   Statistical summary   Missing-value checking   Univariate analysis   Relationship analysis between variables   Visualization of doctor-visit patterns</vt:lpstr>
      <vt:lpstr>WHO ARE THE END USERS?</vt:lpstr>
      <vt:lpstr>Technology Used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Shraddha Kharade</cp:lastModifiedBy>
  <cp:revision>77</cp:revision>
  <dcterms:created xsi:type="dcterms:W3CDTF">2021-07-11T13:13:15Z</dcterms:created>
  <dcterms:modified xsi:type="dcterms:W3CDTF">2026-09-24T12:25:40Z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